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AI 聊天系统 — 整体架构总览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从单体到微服务 · 双服务器部署 · 5模块独立运行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50292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主服务器 (112.124.106.108)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1.6G 内存 / 2核CPU / 接入层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1A2E4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Nginx (80/8080)</a:t>
            </a:r>
            <a:br/>
            <a:r>
              <a:t>反向代理 + 静态资源 + WebSocket + Neo4j认证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D1A4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Redis</a:t>
            </a:r>
            <a:br/>
            <a:r>
              <a:t>Session/缓存</a:t>
            </a:r>
            <a:br/>
            <a:r>
              <a:t>AOF持久化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1089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2D1A4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RabbitMQ</a:t>
            </a:r>
            <a:br/>
            <a:r>
              <a:t>跨节点WebSocket广播</a:t>
            </a:r>
            <a:br/>
            <a:r>
              <a:t>5672/15672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4389120" cy="548640"/>
          </a:xfrm>
          <a:prstGeom prst="roundRect">
            <a:avLst>
              <a:gd name="adj" fmla="val 10000"/>
            </a:avLst>
          </a:prstGeom>
          <a:solidFill>
            <a:srgbClr val="1A2E1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前端静态资源 (/opt/app/static/chat/)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→ API请求转发到 Milvus 服务器 (内网 172.23.172.13)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→ WebSocket /ws/chat 转发到 chat-web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→ /neo4j/ 代理到 Milvus 的 7474 端口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371600"/>
            <a:ext cx="5943600" cy="50292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Milvus 服务器 (121.40.188.98)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83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7.3G 内存 / 4核CPU / 业务层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19456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2D1A4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Nacos</a:t>
            </a:r>
            <a:br/>
            <a:r>
              <a:t>服务注册/发现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19456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2D1A4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Neo4j 5.26</a:t>
            </a:r>
            <a:br/>
            <a:r>
              <a:t>知识图谱 7474/7687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92608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1A2E4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chat-core (核心AI服务)  ×2 实例</a:t>
            </a:r>
            <a:br/>
            <a:r>
              <a:t>端口 9090 / 9091  |  JVM 1.5G</a:t>
            </a:r>
            <a:br/>
            <a:r>
              <a:t>AI对话 · 辩论 · 树洞 · 知识图谱抽取 · LLM调用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93192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1A2E4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chat-web (Web接入层)  ×1 实例</a:t>
            </a:r>
            <a:br/>
            <a:r>
              <a:t>端口 8081  |  CoreClient双core轮询+故障转移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66344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A2E4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chat-games</a:t>
            </a:r>
            <a:br/>
            <a:r>
              <a:t>端口 8083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466344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A2E4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chat-media</a:t>
            </a:r>
            <a:br/>
            <a:r>
              <a:t>端口 8084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5349240"/>
            <a:ext cx="4572000" cy="502920"/>
          </a:xfrm>
          <a:prstGeom prst="roundRect">
            <a:avLst>
              <a:gd name="adj" fmla="val 10000"/>
            </a:avLst>
          </a:prstGeom>
          <a:solidFill>
            <a:srgbClr val="2D1A1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阿里云 RDS MySQL (远程)  ←  所有模块共享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18CF8"/>
                </a:solidFill>
              </a:defRPr>
            </a:pPr>
            <a:r>
              <a:t>→→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模块说明与技术栈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18CF8"/>
                </a:solidFill>
              </a:defRPr>
            </a:pPr>
            <a:r>
              <a:t>chat-common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公共库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67KB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097280"/>
            <a:ext cx="9052560" cy="914400"/>
          </a:xfrm>
          <a:prstGeom prst="roundRect">
            <a:avLst>
              <a:gd name="adj" fmla="val 4000"/>
            </a:avLst>
          </a:prstGeom>
          <a:solidFill>
            <a:srgbClr val="16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0" y="11430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实体类 · Repository · Security · 跨节点广播</a:t>
            </a:r>
            <a:br/>
            <a:r>
              <a:t>Jackson配置 · Redis配置 · RabbitMQ配置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21408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chat-core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核心AI服务 ×2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113MB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121408"/>
            <a:ext cx="9052560" cy="914400"/>
          </a:xfrm>
          <a:prstGeom prst="roundRect">
            <a:avLst>
              <a:gd name="adj" fmla="val 4000"/>
            </a:avLst>
          </a:prstGeom>
          <a:solidFill>
            <a:srgbClr val="16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16712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AI对话处理 · 情绪树洞 · 观点辩论</a:t>
            </a:r>
            <a:br/>
            <a:r>
              <a:t>知识图谱抽取(LLM+Neo4j) · RAG检索 · LangGraph4j</a:t>
            </a:r>
            <a:br/>
            <a:r>
              <a:t>JVM 1.5G · 端口9090/9091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chat-web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Web接入层 ×1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64MB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145536"/>
            <a:ext cx="9052560" cy="914400"/>
          </a:xfrm>
          <a:prstGeom prst="roundRect">
            <a:avLst>
              <a:gd name="adj" fmla="val 4000"/>
            </a:avLst>
          </a:prstGeom>
          <a:solidFill>
            <a:srgbClr val="16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3191256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Nginx接入 · CoreClient双core轮询+故障转移</a:t>
            </a:r>
            <a:br/>
            <a:r>
              <a:t>WebSocket推送 · JWT认证 · IP限流</a:t>
            </a:r>
            <a:br/>
            <a:r>
              <a:t>端口 8081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69664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chat-games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游戏服务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39MB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4169664"/>
            <a:ext cx="9052560" cy="914400"/>
          </a:xfrm>
          <a:prstGeom prst="roundRect">
            <a:avLst>
              <a:gd name="adj" fmla="val 4000"/>
            </a:avLst>
          </a:prstGeom>
          <a:solidFill>
            <a:srgbClr val="16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4215384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蛇王争霸 · 城池争夺战 · AI乒乓球</a:t>
            </a:r>
            <a:br/>
            <a:r>
              <a:t>实时对战 · 端口 8083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93792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</a:defRPr>
            </a:pPr>
            <a:r>
              <a:t>chat-media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多模态服务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43MB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5193792"/>
            <a:ext cx="9052560" cy="914400"/>
          </a:xfrm>
          <a:prstGeom prst="roundRect">
            <a:avLst>
              <a:gd name="adj" fmla="val 4000"/>
            </a:avLst>
          </a:prstGeom>
          <a:solidFill>
            <a:srgbClr val="16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523951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文生图 · 文生视频 · 图生视频 · 3D模型生成</a:t>
            </a:r>
            <a:br/>
            <a:r>
              <a:t>阿里云OSS · 端口 8084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技术栈: Spring Boot 3 · Maven多模块 · Nacos服务发现 · RabbitMQ跨节点广播 · Redis缓存/AOF · MySQL RDS · Neo4j知识图谱 · LangGraph4j辩论 · React+Vite前端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数据流与高可用机制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2011680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AI 对话数据流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用户发消息 → Nginx(8080) → chat-web(8081) → CoreClient轮询chat-core(9090/9091)</a:t>
            </a:r>
            <a:br/>
            <a:r>
              <a:t>  → chat-core: ChatProcessor异步处理 → LLM流式调用 → 逐token返回</a:t>
            </a:r>
            <a:br/>
            <a:r>
              <a:t>  → chat-core: 通过BroadcastService发送到RabbitMQ exchange</a:t>
            </a:r>
            <a:br/>
            <a:r>
              <a:t>  → RabbitMQ路由到所有web节点的cross-node队列</a:t>
            </a:r>
            <a:br/>
            <a:r>
              <a:t>  → chat-web的CrossNodeMessageListener收到消息 → SimpMessagingTemplate推送到前端WebSocket</a:t>
            </a:r>
            <a:br/>
            <a:r>
              <a:t>  → 前端实时显示AI回复</a:t>
            </a:r>
            <a:br/>
            <a:r>
              <a:t>  → 异步: KnowledgeGraphService调LLM抽取知识三元组 → 写入Neo4j (幂等:Redis标记)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5486400" cy="3200400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</a:defRPr>
            </a:pPr>
            <a:r>
              <a:t>高可用机制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1. chat-core 双实例 (9090/9091)</a:t>
            </a:r>
            <a:br/>
            <a:r>
              <a:t>   CoreClient 轮询 + 自动故障转移</a:t>
            </a:r>
            <a:br/>
            <a:br/>
            <a:r>
              <a:t>2. Health-check Cron (每分钟)</a:t>
            </a:r>
            <a:br/>
            <a:r>
              <a:t>   检测5个端口 → 挂了自动重启</a:t>
            </a:r>
            <a:br/>
            <a:r>
              <a:t>   内存低于500M告警</a:t>
            </a:r>
            <a:br/>
            <a:br/>
            <a:r>
              <a:t>3. 重启脚本三重杀进程</a:t>
            </a:r>
            <a:br/>
            <a:r>
              <a:t>   PID文件 → pkill → 端口强杀</a:t>
            </a:r>
            <a:br/>
            <a:br/>
            <a:r>
              <a:t>4. Redis AOF持久化</a:t>
            </a:r>
            <a:br/>
            <a:r>
              <a:t>   挂了重启数据不丢</a:t>
            </a:r>
            <a:br/>
            <a:br/>
            <a:r>
              <a:t>5. Neo4j数据持久化到 /opt/neo4j/data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291840"/>
            <a:ext cx="5577840" cy="3200400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</a:defRPr>
            </a:pPr>
            <a:r>
              <a:t>知识脉络图 (Neo4j)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49039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数据来源:</a:t>
            </a:r>
            <a:br/>
            <a:r>
              <a:t>  ✓ AI聊天对话 → 自动抽取知识三元组</a:t>
            </a:r>
            <a:br/>
            <a:r>
              <a:t>  ✓ 个人对话空间 → 自动抽取</a:t>
            </a:r>
            <a:br/>
            <a:r>
              <a:t>  ✓ 观点辩论 → 自动抽取</a:t>
            </a:r>
            <a:br/>
            <a:r>
              <a:t>  ✗ 情绪树洞 → 不抽取 (隐私+情绪)</a:t>
            </a:r>
            <a:br/>
            <a:br/>
            <a:r>
              <a:t>抽取规则:</a:t>
            </a:r>
            <a:br/>
            <a:r>
              <a:t>  · LLM从问答中提取 (实体, 关系, 实体)</a:t>
            </a:r>
            <a:br/>
            <a:r>
              <a:t>  · 过滤隐私: 人名/邮箱/手机号</a:t>
            </a:r>
            <a:br/>
            <a:r>
              <a:t>  · 过滤情绪: 感受/心情类内容</a:t>
            </a:r>
            <a:br/>
            <a:r>
              <a:t>  · 最多5个三元组/条消息</a:t>
            </a:r>
            <a:br/>
            <a:br/>
            <a:r>
              <a:t>当前数据: 2081 实体 / 1795 关系</a:t>
            </a:r>
            <a:br/>
            <a:r>
              <a:t>前端: Canvas力导向图可视化 + 搜索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